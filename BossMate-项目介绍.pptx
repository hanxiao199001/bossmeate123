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3200400" cy="3200400"/>
          </a:xfrm>
          <a:prstGeom prst="ellipse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7C160"/>
                </a:solidFill>
                <a:latin typeface="Arial Black"/>
              </a:defRPr>
            </a:pPr>
            <a:r>
              <a:t>BossMate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AI超级员工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Microsoft YaHei"/>
              </a:defRPr>
            </a:pPr>
            <a:r>
              <a:t>期刊代发行业的AI智能操作系统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114800"/>
            <a:ext cx="1828800" cy="36576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技术栈: React + Fastify + PostgreSQL + DeepSeek AI</a:t>
            </a:r>
          </a:p>
          <a:p>
            <a:pPr>
              <a:spcAft>
                <a:spcPts val="650"/>
              </a:spcAft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部署环境: 腾讯云 CentOS / Nginx 反代</a:t>
            </a:r>
          </a:p>
          <a:p>
            <a:pPr>
              <a:spcAft>
                <a:spcPts val="650"/>
              </a:spcAft>
              <a:defRPr sz="1300" b="0">
                <a:solidFill>
                  <a:srgbClr val="38BDF8"/>
                </a:solidFill>
                <a:latin typeface="Microsoft YaHei"/>
              </a:defRPr>
            </a:pPr>
            <a:r>
              <a:t>2025年3月 · 项目介绍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期刊代发行业面临的核心痛点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Microsoft YaHei"/>
              </a:defRPr>
            </a:pPr>
            <a:r>
              <a:t>内容生产效率低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86000"/>
            <a:ext cx="38404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t>人工搜索关键词、手动查期刊数据、逐篇撰写文章，每篇耗时3-5小时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02920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55080" y="192024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920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Microsoft YaHei"/>
              </a:defRPr>
            </a:pPr>
            <a:r>
              <a:t>数据准确度堪忧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286000"/>
            <a:ext cx="38404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t>影响因子、分区信息手动查找容易出错，错误数据影响客户信任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502920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4023359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233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02335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Microsoft YaHei"/>
              </a:defRPr>
            </a:pPr>
            <a:r>
              <a:t>工作流碎片化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389120"/>
            <a:ext cx="38404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t>关键词工具、期刊数据库、写作平台、发布平台割裂，反复切换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749039"/>
            <a:ext cx="502920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023359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0233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02335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Microsoft YaHei"/>
              </a:defRPr>
            </a:pPr>
            <a:r>
              <a:t>规模化困难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389120"/>
            <a:ext cx="38404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t>依赖个人经验，无法复制优秀员工的工作方法给团队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035040"/>
            <a:ext cx="10698480" cy="54864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B4D"/>
                </a:solidFill>
                <a:latin typeface="Microsoft YaHei"/>
              </a:defRPr>
            </a:pPr>
            <a:r>
              <a:t>BossMate 的目标：把3-5小时的工作压缩到10分钟，让每个员工都成为"超级员工"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产品定位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一套完整的AI驱动内容生产操作系统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3474720"/>
          </a:xfrm>
          <a:prstGeom prst="roundRect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54864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统一工作流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不是分散的工具箱</a:t>
            </a:r>
            <a:br/>
            <a:r>
              <a:t>而是一条完整的生产线</a:t>
            </a:r>
            <a:br/>
            <a:r>
              <a:t>8步Pipeline一气呵成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3474720"/>
          </a:xfrm>
          <a:prstGeom prst="roundRect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3832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1031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AI深度参与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关键词聚类、标题生成</a:t>
            </a:r>
            <a:br/>
            <a:r>
              <a:t>文章创作、数据核对</a:t>
            </a:r>
            <a:br/>
            <a:r>
              <a:t>DeepSeek AI全程赋能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3474720"/>
          </a:xfrm>
          <a:prstGeom prst="roundRect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3832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1031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数据驱动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30+种子期刊数据库</a:t>
            </a:r>
            <a:br/>
            <a:r>
              <a:t>LetPub/知网数据交叉验证</a:t>
            </a:r>
            <a:br/>
            <a:r>
              <a:t>确保每篇文章的专业度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5669280"/>
            <a:ext cx="8503920" cy="548640"/>
          </a:xfrm>
          <a:prstGeom prst="rect">
            <a:avLst/>
          </a:prstGeom>
          <a:solidFill>
            <a:srgbClr val="059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56692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图文创作 + 视频制作  共享同一套Pipeline，一套系统覆盖全内容形态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8步Pipeline工作流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从关键词搜索到一键发布，全链路自动化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947672"/>
            <a:ext cx="4572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Microsoft YaHei"/>
              </a:defRPr>
            </a:pPr>
            <a:r>
              <a:t>关键词搜索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t>多平台热词</a:t>
            </a:r>
            <a:br/>
            <a:r>
              <a:t>实时抓取</a:t>
            </a:r>
          </a:p>
        </p:txBody>
      </p:sp>
      <p:sp>
        <p:nvSpPr>
          <p:cNvPr id="10" name="Oval 9"/>
          <p:cNvSpPr/>
          <p:nvPr/>
        </p:nvSpPr>
        <p:spPr>
          <a:xfrm>
            <a:off x="2148839" y="1645920"/>
            <a:ext cx="640080" cy="64008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39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1947672"/>
            <a:ext cx="4572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Microsoft YaHei"/>
              </a:defRPr>
            </a:pPr>
            <a:r>
              <a:t>关键词聚类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346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t>AI智能分组</a:t>
            </a:r>
            <a:br/>
            <a:r>
              <a:t>发现关联</a:t>
            </a:r>
          </a:p>
        </p:txBody>
      </p:sp>
      <p:sp>
        <p:nvSpPr>
          <p:cNvPr id="15" name="Oval 14"/>
          <p:cNvSpPr/>
          <p:nvPr/>
        </p:nvSpPr>
        <p:spPr>
          <a:xfrm>
            <a:off x="3566160" y="1645920"/>
            <a:ext cx="640080" cy="640080"/>
          </a:xfrm>
          <a:prstGeom prst="ellipse">
            <a:avLst/>
          </a:prstGeom>
          <a:solidFill>
            <a:srgbClr val="059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947672"/>
            <a:ext cx="4572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Microsoft YaHei"/>
              </a:defRPr>
            </a:pPr>
            <a:r>
              <a:t>标题生成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8346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t>SEO优化</a:t>
            </a:r>
            <a:br/>
            <a:r>
              <a:t>引流标题</a:t>
            </a:r>
          </a:p>
        </p:txBody>
      </p:sp>
      <p:sp>
        <p:nvSpPr>
          <p:cNvPr id="20" name="Oval 19"/>
          <p:cNvSpPr/>
          <p:nvPr/>
        </p:nvSpPr>
        <p:spPr>
          <a:xfrm>
            <a:off x="4983480" y="1645920"/>
            <a:ext cx="640080" cy="640080"/>
          </a:xfrm>
          <a:prstGeom prst="ellipse">
            <a:avLst/>
          </a:prstGeom>
          <a:solidFill>
            <a:srgbClr val="059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947672"/>
            <a:ext cx="4572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Microsoft YaHei"/>
              </a:defRPr>
            </a:pPr>
            <a:r>
              <a:t>找期刊文章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8346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t>LetPub匹配</a:t>
            </a:r>
            <a:br/>
            <a:r>
              <a:t>专业文献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164592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1947672"/>
            <a:ext cx="4572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Microsoft YaHei"/>
              </a:defRPr>
            </a:pPr>
            <a:r>
              <a:t>匹配模版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8346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t>4种专业</a:t>
            </a:r>
            <a:br/>
            <a:r>
              <a:t>文章模版</a:t>
            </a:r>
          </a:p>
        </p:txBody>
      </p:sp>
      <p:sp>
        <p:nvSpPr>
          <p:cNvPr id="30" name="Oval 29"/>
          <p:cNvSpPr/>
          <p:nvPr/>
        </p:nvSpPr>
        <p:spPr>
          <a:xfrm>
            <a:off x="7818120" y="164592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1947672"/>
            <a:ext cx="4572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Microsoft YaHei"/>
              </a:defRPr>
            </a:pPr>
            <a:r>
              <a:t>AI创作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8346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t>DeepSeek</a:t>
            </a:r>
            <a:br/>
            <a:r>
              <a:t>智能写作</a:t>
            </a:r>
          </a:p>
        </p:txBody>
      </p:sp>
      <p:sp>
        <p:nvSpPr>
          <p:cNvPr id="35" name="Oval 34"/>
          <p:cNvSpPr/>
          <p:nvPr/>
        </p:nvSpPr>
        <p:spPr>
          <a:xfrm>
            <a:off x="9235440" y="16459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1947672"/>
            <a:ext cx="4572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Microsoft YaHei"/>
              </a:defRPr>
            </a:pPr>
            <a:r>
              <a:t>核对准确度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28346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t>数据库交叉</a:t>
            </a:r>
            <a:br/>
            <a:r>
              <a:t>验证准确性</a:t>
            </a:r>
          </a:p>
        </p:txBody>
      </p:sp>
      <p:sp>
        <p:nvSpPr>
          <p:cNvPr id="40" name="Oval 39"/>
          <p:cNvSpPr/>
          <p:nvPr/>
        </p:nvSpPr>
        <p:spPr>
          <a:xfrm>
            <a:off x="10652760" y="1645920"/>
            <a:ext cx="640080" cy="6400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5276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78440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Microsoft YaHei"/>
              </a:defRPr>
            </a:pPr>
            <a:r>
              <a:t>一键发布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28346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t>公众号/百家号</a:t>
            </a:r>
            <a:br/>
            <a:r>
              <a:t>多平台分发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840480"/>
            <a:ext cx="1124712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Microsoft YaHei"/>
              </a:defRPr>
            </a:pPr>
            <a:r>
              <a:t>已实现功能详情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572000"/>
            <a:ext cx="54864" cy="64008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526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7C160"/>
                </a:solidFill>
                <a:latin typeface="Microsoft YaHei"/>
              </a:defRPr>
            </a:pPr>
            <a:r>
              <a:t>Step 1-3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4480" y="45262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Microsoft YaHei"/>
              </a:defRPr>
            </a:pPr>
            <a:r>
              <a:t>关键词聚类引擎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支持8大学科、国内核心/国际SCI双轨道，AI自动聚类并生成SEO标题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4572000"/>
            <a:ext cx="54864" cy="64008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4526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7C160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45262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Microsoft YaHei"/>
              </a:defRPr>
            </a:pPr>
            <a:r>
              <a:t>期刊智能匹配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30+种子期刊，按关键词+学科+IF+录用率综合评分排序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577840"/>
            <a:ext cx="54864" cy="64008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7C160"/>
                </a:solidFill>
                <a:latin typeface="Microsoft YaHei"/>
              </a:defRPr>
            </a:pPr>
            <a:r>
              <a:t>Step 5-6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54480" y="55321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Microsoft YaHei"/>
              </a:defRPr>
            </a:pPr>
            <a:r>
              <a:t>AI文章生成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89787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4种模版（推荐型/热门型/对比型/指南型），800-1200字专业图文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0760" y="5577840"/>
            <a:ext cx="54864" cy="64008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63640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7C160"/>
                </a:solidFill>
                <a:latin typeface="Microsoft YaHei"/>
              </a:defRPr>
            </a:pPr>
            <a:r>
              <a:t>Step 7-8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78040" y="55321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Microsoft YaHei"/>
              </a:defRPr>
            </a:pPr>
            <a:r>
              <a:t>核对+发布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589787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AI提取期刊数据与数据库交叉验证，导出微信公众号排版HTML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全栈TypeScript + AI深度集成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960120"/>
          </a:xfrm>
          <a:prstGeom prst="roundRect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" cy="960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19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Microsoft YaHei"/>
              </a:defRPr>
            </a:pPr>
            <a:r>
              <a:t>前端展示层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19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React 18 + Vite + Tailwind CSS + React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SPA单页应用 · 响应式设计 · 8步Pipeline交互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10332720" cy="960120"/>
          </a:xfrm>
          <a:prstGeom prst="roundRect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788920"/>
            <a:ext cx="73152" cy="96012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862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7C160"/>
                </a:solidFill>
                <a:latin typeface="Microsoft YaHei"/>
              </a:defRPr>
            </a:pPr>
            <a:r>
              <a:t>API网关层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62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Fastify + JWT认证 + Nginx反向代理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46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RESTful API · 多租户隔离 · /api/v1/* 路由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31920"/>
            <a:ext cx="10332720" cy="960120"/>
          </a:xfrm>
          <a:prstGeom prst="roundRect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931920"/>
            <a:ext cx="73152" cy="960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005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Microsoft YaHei"/>
              </a:defRPr>
            </a:pPr>
            <a:r>
              <a:t>AI服务层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005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DeepSeek Chat API + Prompt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关键词聚类 · 标题生成 · 文章创作 · 数据核对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74920"/>
            <a:ext cx="10332720" cy="960120"/>
          </a:xfrm>
          <a:prstGeom prst="roundRect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074920"/>
            <a:ext cx="73152" cy="960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148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Microsoft YaHei"/>
              </a:defRPr>
            </a:pPr>
            <a:r>
              <a:t>数据持久层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148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PostgreSQL 16 + Drizzle ORM + Redis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532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期刊数据库 · 用户管理 · 会话缓存 · Docker容器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577840"/>
            <a:ext cx="10332720" cy="822960"/>
          </a:xfrm>
          <a:prstGeom prst="roundRect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5577840"/>
            <a:ext cx="73152" cy="82296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C160"/>
                </a:solidFill>
                <a:latin typeface="Microsoft YaHei"/>
              </a:defRPr>
            </a:pPr>
            <a:r>
              <a:t>部署环境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6235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腾讯云 CentOS · Nginx (port 80) → Fastify (port 3000) · pnpm monorepo · nohup进程管理</a:t>
            </a:r>
            <a:br/>
            <a:r>
              <a:t>tar包部署 (SCP+SSH) · 前后端同仓编译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AI核心能力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DeepSeek大模型深度集成，不只是套壳ChatGPT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86400" cy="4572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Microsoft YaHei"/>
              </a:defRPr>
            </a:pPr>
            <a:r>
              <a:t>智能关键词聚类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输入学科+业务线，自动从多平台抓取热词</a:t>
            </a:r>
            <a:br/>
            <a:r>
              <a:t>AI将数十个关键词聚类为2-3个核心主题组</a:t>
            </a:r>
            <a:br/>
            <a:r>
              <a:t>每组生成3个SEO引流标题供选择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286000"/>
            <a:ext cx="2103120" cy="11887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331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onsolas"/>
              </a:defRPr>
            </a:pPr>
            <a:r>
              <a:t>POST /keywords/clusters</a:t>
            </a:r>
            <a:br/>
            <a:r>
              <a:t>参数: track, discipline</a:t>
            </a:r>
            <a:br/>
            <a:r>
              <a:t>响应时间: 30-60秒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46304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463040"/>
            <a:ext cx="54864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59" y="169164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59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Microsoft YaHei"/>
              </a:defRPr>
            </a:pPr>
            <a:r>
              <a:t>期刊智能匹配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2286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基于关键词与学科的多维度评分</a:t>
            </a:r>
            <a:br/>
            <a:r>
              <a:t>综合IF、录用率、预警状态、查看量</a:t>
            </a:r>
            <a:br/>
            <a:r>
              <a:t>30+种子期刊覆盖医学/教育/工程/经济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59" y="2286000"/>
            <a:ext cx="2103120" cy="11887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19" y="2331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onsolas"/>
              </a:defRPr>
            </a:pPr>
            <a:r>
              <a:t>POST /journals/match</a:t>
            </a:r>
            <a:br/>
            <a:r>
              <a:t>评分模型: matchScore + viewScore</a:t>
            </a:r>
            <a:br/>
            <a:r>
              <a:t>+ acceptScore + ifBonus - warningPenalty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548640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✍️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Microsoft YaHei"/>
              </a:defRPr>
            </a:pPr>
            <a:r>
              <a:t>AI文章生成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4种专业模版：推荐型/热门型/对比型/指南型</a:t>
            </a:r>
            <a:br/>
            <a:r>
              <a:t>融入真实期刊数据确保专业性</a:t>
            </a:r>
            <a:br/>
            <a:r>
              <a:t>800-1200字精品图文，适配公众号排版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4754880"/>
            <a:ext cx="2103120" cy="11887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4800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onsolas"/>
              </a:defRPr>
            </a:pPr>
            <a:r>
              <a:t>POST /workflow/generate-article</a:t>
            </a:r>
            <a:br/>
            <a:r>
              <a:t>DeepSeek temperature=0.7</a:t>
            </a:r>
            <a:br/>
            <a:r>
              <a:t>模版驱动+数据注入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393192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3931920"/>
            <a:ext cx="54864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37959" y="416052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59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59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Microsoft YaHei"/>
              </a:defRPr>
            </a:pPr>
            <a:r>
              <a:t>数据交叉验证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59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AI自动提取文中期刊数据声明</a:t>
            </a:r>
            <a:br/>
            <a:r>
              <a:t>与数据库实际数据逐项比对</a:t>
            </a:r>
            <a:br/>
            <a:r>
              <a:t>标记不准确信息，计算准确率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4754880"/>
            <a:ext cx="2103120" cy="11887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19" y="4800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onsolas"/>
              </a:defRPr>
            </a:pPr>
            <a:r>
              <a:t>POST /workflow/verify-article</a:t>
            </a:r>
            <a:br/>
            <a:r>
              <a:t>智能拆分中英文名匹配</a:t>
            </a:r>
            <a:br/>
            <a:r>
              <a:t>参考期刊回退机制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数据模型 &amp; 种子数据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多租户架构，期刊数据库支撑内容专业度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50292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journals 期刊表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5303520" cy="34747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75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onsolas"/>
              </a:defRPr>
            </a:pPr>
            <a:r>
              <a:t>name / nameEn    期刊中英文名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41448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597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onsolas"/>
              </a:defRPr>
            </a:pPr>
            <a:r>
              <a:t>issn              国际标准刊号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25496"/>
            <a:ext cx="5303520" cy="34747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437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onsolas"/>
              </a:defRPr>
            </a:pPr>
            <a:r>
              <a:t>discipline        学科分类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09544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27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onsolas"/>
              </a:defRPr>
            </a:pPr>
            <a:r>
              <a:t>partition          分区 (Q1-Q4)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93591"/>
            <a:ext cx="5303520" cy="34747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118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onsolas"/>
              </a:defRPr>
            </a:pPr>
            <a:r>
              <a:t>impactFactor     影响因子 (IF)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9592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onsolas"/>
              </a:defRPr>
            </a:pPr>
            <a:r>
              <a:t>acceptanceRate  录用率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61688"/>
            <a:ext cx="5303520" cy="34747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7997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onsolas"/>
              </a:defRPr>
            </a:pPr>
            <a:r>
              <a:t>reviewCycle       审稿周期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45736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6402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onsolas"/>
              </a:defRPr>
            </a:pPr>
            <a:r>
              <a:t>isWarningList     中科院预警标识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29783"/>
            <a:ext cx="5303520" cy="34747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4807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onsolas"/>
              </a:defRPr>
            </a:pPr>
            <a:r>
              <a:t>letpubViews      LetPub查看量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513831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321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onsolas"/>
              </a:defRPr>
            </a:pPr>
            <a:r>
              <a:t>tenantId            租户隔离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371600"/>
            <a:ext cx="52120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371600"/>
            <a:ext cx="521208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种子数据覆盖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1031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7C160"/>
                </a:solidFill>
                <a:latin typeface="Microsoft YaHei"/>
              </a:defRPr>
            </a:pPr>
            <a:r>
              <a:t>30+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560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期刊总数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1031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7C16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2560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学科领域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1031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7C16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560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预警期刊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21031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7C160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2560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医学期刊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840480"/>
            <a:ext cx="52120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3840480"/>
            <a:ext cx="521208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886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学科分布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461772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4572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Microsoft YaHei"/>
              </a:defRPr>
            </a:pPr>
            <a:r>
              <a:t>医学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572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t>12本</a:t>
            </a:r>
          </a:p>
        </p:txBody>
      </p:sp>
      <p:sp>
        <p:nvSpPr>
          <p:cNvPr id="45" name="Oval 44"/>
          <p:cNvSpPr/>
          <p:nvPr/>
        </p:nvSpPr>
        <p:spPr>
          <a:xfrm>
            <a:off x="8229600" y="4617720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4572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Microsoft YaHei"/>
              </a:defRPr>
            </a:pPr>
            <a:r>
              <a:t>教育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572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t>4本</a:t>
            </a:r>
          </a:p>
        </p:txBody>
      </p:sp>
      <p:sp>
        <p:nvSpPr>
          <p:cNvPr id="48" name="Oval 47"/>
          <p:cNvSpPr/>
          <p:nvPr/>
        </p:nvSpPr>
        <p:spPr>
          <a:xfrm>
            <a:off x="9875520" y="4617720"/>
            <a:ext cx="274320" cy="2743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41280" y="4572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Microsoft YaHei"/>
              </a:defRPr>
            </a:pPr>
            <a:r>
              <a:t>工程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4572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t>4本</a:t>
            </a:r>
          </a:p>
        </p:txBody>
      </p:sp>
      <p:sp>
        <p:nvSpPr>
          <p:cNvPr id="51" name="Oval 50"/>
          <p:cNvSpPr/>
          <p:nvPr/>
        </p:nvSpPr>
        <p:spPr>
          <a:xfrm>
            <a:off x="6583680" y="5257800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5212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Microsoft YaHei"/>
              </a:defRPr>
            </a:pPr>
            <a:r>
              <a:t>经济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5212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t>3本</a:t>
            </a:r>
          </a:p>
        </p:txBody>
      </p:sp>
      <p:sp>
        <p:nvSpPr>
          <p:cNvPr id="54" name="Oval 53"/>
          <p:cNvSpPr/>
          <p:nvPr/>
        </p:nvSpPr>
        <p:spPr>
          <a:xfrm>
            <a:off x="8229600" y="5257800"/>
            <a:ext cx="274320" cy="2743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95360" y="5212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Microsoft YaHei"/>
              </a:defRPr>
            </a:pPr>
            <a:r>
              <a:t>心理学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5212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t>1本</a:t>
            </a:r>
          </a:p>
        </p:txBody>
      </p:sp>
      <p:sp>
        <p:nvSpPr>
          <p:cNvPr id="57" name="Oval 56"/>
          <p:cNvSpPr/>
          <p:nvPr/>
        </p:nvSpPr>
        <p:spPr>
          <a:xfrm>
            <a:off x="9875520" y="5257800"/>
            <a:ext cx="274320" cy="274320"/>
          </a:xfrm>
          <a:prstGeom prst="ellipse">
            <a:avLst/>
          </a:prstGeom>
          <a:solidFill>
            <a:srgbClr val="059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41280" y="5212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Microsoft YaHei"/>
              </a:defRPr>
            </a:pPr>
            <a:r>
              <a:t>生物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5212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t>3本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产品界面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直观的8步Pipeline交互体验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首页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377440"/>
            <a:ext cx="2103120" cy="16459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📝 图文创作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关键词搜索→聚类→</a:t>
            </a:r>
            <a:br/>
            <a:r>
              <a:t>标题→期刊→模版→</a:t>
            </a:r>
            <a:br/>
            <a:r>
              <a:t>创作→核对→发布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377440"/>
            <a:ext cx="2103120" cy="16459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🎬 视频制作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17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关键词搜索→聚类→</a:t>
            </a:r>
            <a:br/>
            <a:r>
              <a:t>标题→期刊→脚本→</a:t>
            </a:r>
            <a:br/>
            <a:r>
              <a:t>视频→核对→发布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297680"/>
            <a:ext cx="4480560" cy="3657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160520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1581912" y="4160520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81912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2157984" y="4160520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7984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2734056" y="4160520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34056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3310128" y="4160520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3886200" y="4160520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4462272" y="4160520"/>
            <a:ext cx="274320" cy="27432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8" name="Oval 27"/>
          <p:cNvSpPr/>
          <p:nvPr/>
        </p:nvSpPr>
        <p:spPr>
          <a:xfrm>
            <a:off x="5038344" y="4160520"/>
            <a:ext cx="274320" cy="27432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38344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C160"/>
                </a:solidFill>
                <a:latin typeface="Microsoft YaHei"/>
              </a:defRPr>
            </a:pPr>
            <a:r>
              <a:t>8步完成，全绿 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645920"/>
            <a:ext cx="521208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Pipeline 工作流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2377440"/>
            <a:ext cx="4663440" cy="82296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423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Step 7: 核对信息准确度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7C160"/>
                </a:solidFill>
                <a:latin typeface="Microsoft YaHei"/>
              </a:defRPr>
            </a:pPr>
            <a:r>
              <a:t>准确率 85%  ·  共核对6项  ·  5项正确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3383280"/>
            <a:ext cx="4663440" cy="228600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医学前沿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IF: 3.9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IF: 3.9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7C1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分区: Q2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分区: Q2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7C1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肿瘤前沿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IF: 4.7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IF: 4.7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7C1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录用率: 42%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t>录用率: 42%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7C1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* 以上为产品实际运行界面的示意，访问 http://106.53.163.120 可体验完整功能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开发进度 &amp; 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已完成核心Pipeline，持续迭代中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50292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✅ 已完成 (Phase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✓  用户认证系统（JWT + 多租户）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04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✓  Dashboard首页（双入口设计）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523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✓  8步Pipeline完整交互流程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998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✓  多平台关键词爬取引擎（7个爬虫）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472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✓  AI关键词聚类 + 标题生成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✓  期刊智能匹配（30+种子数据）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422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✓  4种专业文章模版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897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✓  DeepSeek AI文章生成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371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✓  期刊数据交叉验证引擎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84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✓  一键发布（预览/编辑/复制/导出HTML）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✓  腾讯云部署 + Nginx反代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521208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🚧 规划中 (Phase 2-3)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Microsoft YaHei"/>
              </a:defRPr>
            </a:pPr>
            <a:r>
              <a:t>Phase 2 · 平台集成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4048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微信公众号API直连发布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7523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百家号/头条号API集成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0998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视频号脚本→视频生成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4472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LetPub/知网实时数据爬取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1422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Microsoft YaHei"/>
              </a:defRPr>
            </a:pPr>
            <a:r>
              <a:t>Phase 3 · 智能进化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4897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多用户团队协作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8371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文章质量评分系统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184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客户画像 + 智能推荐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532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数据仪表盘 + 运营分析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8795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Microsoft YaHei"/>
              </a:defRPr>
            </a:pPr>
            <a:r>
              <a:t>移动端适配 (小程序)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7C160"/>
                </a:solidFill>
                <a:latin typeface="Arial Black"/>
              </a:defRPr>
            </a:pPr>
            <a:r>
              <a:t>BossMate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让每个员工都成为AI超级员工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474720"/>
            <a:ext cx="2286000" cy="36576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8BDF8"/>
                </a:solidFill>
                <a:latin typeface="Microsoft YaHei"/>
              </a:defRPr>
            </a:pPr>
            <a:r>
              <a:t>体验地址: http://106.53.163.120</a:t>
            </a:r>
          </a:p>
          <a:p>
            <a:pPr>
              <a:spcAft>
                <a:spcPts val="750"/>
              </a:spcAft>
              <a:defRPr sz="1500" b="0">
                <a:solidFill>
                  <a:srgbClr val="9CA3AF"/>
                </a:solidFill>
                <a:latin typeface="Microsoft YaHei"/>
              </a:defRPr>
            </a:pPr>
            <a:r>
              <a:t>账号: admin@bossmate.com  密码: admin123</a:t>
            </a:r>
          </a:p>
          <a:p>
            <a:pPr>
              <a:spcAft>
                <a:spcPts val="750"/>
              </a:spcAft>
              <a:defRPr sz="1500" b="0">
                <a:solidFill>
                  <a:srgbClr val="9CA3AF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9CA3AF"/>
                </a:solidFill>
                <a:latin typeface="Microsoft YaHei"/>
              </a:defRPr>
            </a:pPr>
            <a:r>
              <a:t>技术咨询 · 合作洽谈 · 功能定制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Microsoft YaHei"/>
              </a:defRPr>
            </a:pPr>
            <a:r>
              <a:t>Powered by DeepSeek AI  ·  Built with React + Fastify + PostgreSQL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